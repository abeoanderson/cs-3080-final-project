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Quantico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  <p:embeddedFont>
      <p:font typeface="Press Start 2P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essStart2P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Quantico-bold.fntdata"/><Relationship Id="rId12" Type="http://schemas.openxmlformats.org/officeDocument/2006/relationships/font" Target="fonts/Quantico-regular.fntdata"/><Relationship Id="rId15" Type="http://schemas.openxmlformats.org/officeDocument/2006/relationships/font" Target="fonts/Quantico-boldItalic.fntdata"/><Relationship Id="rId14" Type="http://schemas.openxmlformats.org/officeDocument/2006/relationships/font" Target="fonts/Quantico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19" Type="http://schemas.openxmlformats.org/officeDocument/2006/relationships/font" Target="fonts/Lato-boldItalic.fntdata"/><Relationship Id="rId18" Type="http://schemas.openxmlformats.org/officeDocument/2006/relationships/font" Target="fonts/La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5d06a80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f5d06a80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5d06a806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f5d06a806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f5d06a806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f5d06a806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f5d06a8069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f5d06a8069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f5d06a8069_0_10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f5d06a8069_0_1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5d06a8069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f5d06a8069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BLANK_16_1_1">
    <p:bg>
      <p:bgPr>
        <a:solidFill>
          <a:schemeClr val="lt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1_1_1_1_1_1">
    <p:bg>
      <p:bgPr>
        <a:solidFill>
          <a:schemeClr val="accent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title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3" type="title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4" type="title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5" type="title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6" type="title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7" type="title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8" type="title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9" type="title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3" type="title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1_1_1_1_1_1_1_1_1_1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1" name="Google Shape;41;p5"/>
          <p:cNvSpPr txBox="1"/>
          <p:nvPr>
            <p:ph idx="1" type="subTitle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42" name="Google Shape;42;p5"/>
          <p:cNvSpPr/>
          <p:nvPr>
            <p:ph idx="2" type="pic"/>
          </p:nvPr>
        </p:nvSpPr>
        <p:spPr>
          <a:xfrm>
            <a:off x="18015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3" name="Google Shape;43;p5"/>
          <p:cNvSpPr/>
          <p:nvPr>
            <p:ph idx="3" type="pic"/>
          </p:nvPr>
        </p:nvSpPr>
        <p:spPr>
          <a:xfrm>
            <a:off x="18015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4" name="Google Shape;44;p5"/>
          <p:cNvSpPr/>
          <p:nvPr>
            <p:ph idx="4" type="pic"/>
          </p:nvPr>
        </p:nvSpPr>
        <p:spPr>
          <a:xfrm>
            <a:off x="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5" name="Google Shape;45;p5"/>
          <p:cNvSpPr/>
          <p:nvPr>
            <p:ph idx="5" type="pic"/>
          </p:nvPr>
        </p:nvSpPr>
        <p:spPr>
          <a:xfrm>
            <a:off x="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6" name="Google Shape;46;p5"/>
          <p:cNvSpPr/>
          <p:nvPr>
            <p:ph idx="6" type="pic"/>
          </p:nvPr>
        </p:nvSpPr>
        <p:spPr>
          <a:xfrm>
            <a:off x="36030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7" name="Google Shape;47;p5"/>
          <p:cNvSpPr/>
          <p:nvPr>
            <p:ph idx="7" type="pic"/>
          </p:nvPr>
        </p:nvSpPr>
        <p:spPr>
          <a:xfrm>
            <a:off x="36030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">
  <p:cSld name="BLANK_1_1_1_1_1_1_1_1_1_1_1_1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" name="Google Shape;52;p6"/>
          <p:cNvSpPr txBox="1"/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2" type="title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" type="subTitle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3" type="title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4" type="subTitle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6"/>
          <p:cNvSpPr/>
          <p:nvPr>
            <p:ph idx="5" type="pic"/>
          </p:nvPr>
        </p:nvSpPr>
        <p:spPr>
          <a:xfrm>
            <a:off x="0" y="1502400"/>
            <a:ext cx="5404500" cy="3639600"/>
          </a:xfrm>
          <a:prstGeom prst="snip1Rect">
            <a:avLst>
              <a:gd fmla="val 16026" name="adj"/>
            </a:avLst>
          </a:prstGeom>
          <a:noFill/>
          <a:ln>
            <a:noFill/>
          </a:ln>
        </p:spPr>
      </p:sp>
      <p:sp>
        <p:nvSpPr>
          <p:cNvPr id="58" name="Google Shape;58;p6"/>
          <p:cNvSpPr txBox="1"/>
          <p:nvPr>
            <p:ph idx="6" type="subTitle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7" type="subTitle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5 ">
  <p:cSld name="BLANK_1_1_1_1_1_1_1">
    <p:bg>
      <p:bgPr>
        <a:solidFill>
          <a:schemeClr val="accent5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6">
  <p:cSld name="BLANK_1_1_1_1_1_1_2">
    <p:bg>
      <p:bgPr>
        <a:solidFill>
          <a:schemeClr val="accen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0" name="Google Shape;70;p8"/>
          <p:cNvSpPr txBox="1"/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1" type="subTitle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2" type="title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7 ">
  <p:cSld name="CUSTOM_11"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438163" y="476175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8" name="Google Shape;78;p9"/>
          <p:cNvSpPr/>
          <p:nvPr/>
        </p:nvSpPr>
        <p:spPr>
          <a:xfrm>
            <a:off x="5437625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9" name="Google Shape;79;p9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2" type="title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">
  <p:cSld name="CUSTOM_12">
    <p:bg>
      <p:bgPr>
        <a:solidFill>
          <a:schemeClr val="accent5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" name="Google Shape;85;p10"/>
          <p:cNvSpPr txBox="1"/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7" name="Google Shape;87;p10"/>
          <p:cNvSpPr/>
          <p:nvPr/>
        </p:nvSpPr>
        <p:spPr>
          <a:xfrm>
            <a:off x="5586750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88" name="Google Shape;88;p10"/>
          <p:cNvSpPr/>
          <p:nvPr/>
        </p:nvSpPr>
        <p:spPr>
          <a:xfrm>
            <a:off x="5590563" y="476250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">
    <p:bg>
      <p:bgPr>
        <a:solidFill>
          <a:schemeClr val="accent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2" name="Google Shape;92;p11"/>
          <p:cNvSpPr/>
          <p:nvPr>
            <p:ph idx="2" type="pic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3" name="Google Shape;93;p11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4" name="Google Shape;94;p11"/>
          <p:cNvSpPr/>
          <p:nvPr>
            <p:ph idx="3" type="pic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5" name="Google Shape;95;p11"/>
          <p:cNvSpPr/>
          <p:nvPr>
            <p:ph idx="4" type="pic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6" name="Google Shape;96;p11"/>
          <p:cNvSpPr txBox="1"/>
          <p:nvPr>
            <p:ph idx="5" type="title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6" type="title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7" type="title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8" type="body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9" type="body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4">
  <p:cSld name="CUSTOM_15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2"/>
          <p:cNvPicPr preferRelativeResize="0"/>
          <p:nvPr/>
        </p:nvPicPr>
        <p:blipFill rotWithShape="1">
          <a:blip r:embed="rId2">
            <a:alphaModFix amt="10000"/>
          </a:blip>
          <a:srcRect b="0" l="789" r="12433" t="0"/>
          <a:stretch/>
        </p:blipFill>
        <p:spPr>
          <a:xfrm>
            <a:off x="0" y="-125"/>
            <a:ext cx="6696900" cy="51435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04" name="Google Shape;104;p12"/>
          <p:cNvSpPr txBox="1"/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5" name="Google Shape;105;p12"/>
          <p:cNvSpPr txBox="1"/>
          <p:nvPr>
            <p:ph idx="2" type="title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3" type="title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4" type="title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8" name="Google Shape;108;p12"/>
          <p:cNvSpPr txBox="1"/>
          <p:nvPr>
            <p:ph idx="5" type="title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9" name="Google Shape;109;p12"/>
          <p:cNvSpPr txBox="1"/>
          <p:nvPr>
            <p:ph idx="6" type="title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0" name="Google Shape;110;p12"/>
          <p:cNvSpPr txBox="1"/>
          <p:nvPr>
            <p:ph idx="7" type="title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9 ">
  <p:cSld name="BLANK_1_1_1_1_1_1_1_1_1_1_1_1_1_1_1_1_1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fmla="val 2740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4" name="Google Shape;114;p13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fmla="val 23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fmla="val 2219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6" name="Google Shape;116;p13"/>
          <p:cNvSpPr txBox="1"/>
          <p:nvPr>
            <p:ph idx="2" type="subTitle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3" type="subTitle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4" type="subTitle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9" name="Google Shape;119;p13"/>
          <p:cNvSpPr txBox="1"/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0" name="Google Shape;120;p13"/>
          <p:cNvSpPr/>
          <p:nvPr>
            <p:ph idx="5" type="pic"/>
          </p:nvPr>
        </p:nvSpPr>
        <p:spPr>
          <a:xfrm>
            <a:off x="75" y="2673275"/>
            <a:ext cx="3400800" cy="2471400"/>
          </a:xfrm>
          <a:prstGeom prst="snip1Rect">
            <a:avLst>
              <a:gd fmla="val 21231" name="adj"/>
            </a:avLst>
          </a:prstGeom>
          <a:noFill/>
          <a:ln>
            <a:noFill/>
          </a:ln>
        </p:spPr>
      </p:sp>
      <p:sp>
        <p:nvSpPr>
          <p:cNvPr id="121" name="Google Shape;121;p13"/>
          <p:cNvSpPr txBox="1"/>
          <p:nvPr>
            <p:ph idx="6" type="subTitle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7" type="subTitle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8" type="subTitle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9" type="subTitle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0">
  <p:cSld name="BLANK_1_1_1_1_1_1_1_1_1_1_1_1_1_1_1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7" name="Google Shape;127;p14"/>
          <p:cNvSpPr/>
          <p:nvPr>
            <p:ph idx="2" type="pic"/>
          </p:nvPr>
        </p:nvSpPr>
        <p:spPr>
          <a:xfrm>
            <a:off x="75" y="2673275"/>
            <a:ext cx="3014400" cy="24714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28" name="Google Shape;128;p14"/>
          <p:cNvSpPr/>
          <p:nvPr>
            <p:ph idx="3" type="pic"/>
          </p:nvPr>
        </p:nvSpPr>
        <p:spPr>
          <a:xfrm>
            <a:off x="5341625" y="-3800"/>
            <a:ext cx="3802500" cy="18993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1" name="Google Shape;131;p14"/>
          <p:cNvSpPr txBox="1"/>
          <p:nvPr>
            <p:ph idx="1" type="subTitle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4" type="subTitle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5" type="subTitle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6" type="subTitle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1">
  <p:cSld name="BLANK_1_1_1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idx="1" type="subTitle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2" type="subTitle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3" type="subTitle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4" type="subTitle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5" type="subTitle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6" type="subTitle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7" type="subTitle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8" type="subTitle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9" type="subTitle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13" type="subTitle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4" type="subTitle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15" type="subTitle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" name="Google Shape;148;p15"/>
          <p:cNvSpPr txBox="1"/>
          <p:nvPr>
            <p:ph idx="16" type="subTitle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idx="17" type="subTitle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18" type="subTitle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9" type="subTitle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20" type="subTitle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21" type="subTitle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22" type="subTitle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5"/>
          <p:cNvSpPr txBox="1"/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2">
  <p:cSld name="CUSTOM_14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2" type="title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3" type="title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4" type="title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5" type="title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6" type="title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7" type="title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8" type="title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9" type="title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3" type="title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4" type="title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3">
  <p:cSld name="BLANK_1_1_1_1_1_1_1_1_1_1_1_1_1_1_2"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4" name="Google Shape;174;p17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fmla="val 1595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6" name="Google Shape;176;p17"/>
          <p:cNvSpPr txBox="1"/>
          <p:nvPr>
            <p:ph idx="2" type="title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3" type="title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4" type="title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5" type="title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6" type="title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7" type="title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2" name="Google Shape;182;p17"/>
          <p:cNvSpPr txBox="1"/>
          <p:nvPr>
            <p:ph idx="8" type="title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9" type="title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13" type="title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14" type="title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15" type="title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16" type="title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17" type="title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4">
  <p:cSld name="CUSTOM_5_1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95" name="Google Shape;195;p18"/>
          <p:cNvSpPr txBox="1"/>
          <p:nvPr>
            <p:ph idx="1" type="subTitle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2" type="title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3" type="subTitle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4" type="title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5" type="subTitle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6" type="title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1" name="Google Shape;201;p18"/>
          <p:cNvSpPr txBox="1"/>
          <p:nvPr>
            <p:ph idx="7" type="subTitle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8" type="title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9" type="subTitle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18"/>
          <p:cNvSpPr txBox="1"/>
          <p:nvPr>
            <p:ph idx="13" type="title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4" type="subTitle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5" type="subTitle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6" type="subTitle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18"/>
          <p:cNvSpPr txBox="1"/>
          <p:nvPr>
            <p:ph idx="17" type="subTitle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18" type="subTitle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idx="19" type="subTitle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20" type="subTitle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21" type="subTitle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22" type="subTitle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23" type="subTitle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1">
  <p:cSld name="CUSTOM_5_1_1_1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/>
          <p:nvPr>
            <p:ph idx="2" type="pic"/>
          </p:nvPr>
        </p:nvSpPr>
        <p:spPr>
          <a:xfrm>
            <a:off x="-1600" y="1969350"/>
            <a:ext cx="9144000" cy="3174600"/>
          </a:xfrm>
          <a:prstGeom prst="snip1Rect">
            <a:avLst>
              <a:gd fmla="val 19548" name="adj"/>
            </a:avLst>
          </a:prstGeom>
          <a:noFill/>
          <a:ln>
            <a:noFill/>
          </a:ln>
        </p:spPr>
      </p:sp>
      <p:sp>
        <p:nvSpPr>
          <p:cNvPr id="217" name="Google Shape;217;p19"/>
          <p:cNvSpPr txBox="1"/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8" name="Google Shape;218;p19"/>
          <p:cNvSpPr txBox="1"/>
          <p:nvPr>
            <p:ph idx="1" type="body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9"/>
          <p:cNvSpPr txBox="1"/>
          <p:nvPr>
            <p:ph idx="3" type="title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idx="4" type="body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idx="5" type="title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2" name="Google Shape;222;p19"/>
          <p:cNvSpPr txBox="1"/>
          <p:nvPr>
            <p:ph idx="6" type="body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7" type="title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4" name="Google Shape;224;p19"/>
          <p:cNvSpPr txBox="1"/>
          <p:nvPr>
            <p:ph idx="8" type="body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" name="Google Shape;225;p19"/>
          <p:cNvSpPr txBox="1"/>
          <p:nvPr>
            <p:ph idx="9" type="subTitle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6" name="Google Shape;226;p19"/>
          <p:cNvSpPr txBox="1"/>
          <p:nvPr>
            <p:ph idx="13" type="subTitle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7" name="Google Shape;227;p19"/>
          <p:cNvSpPr txBox="1"/>
          <p:nvPr>
            <p:ph idx="14" type="subTitle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idx="15" type="subTitle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9" name="Google Shape;229;p19"/>
          <p:cNvSpPr txBox="1"/>
          <p:nvPr>
            <p:ph idx="16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17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4">
  <p:cSld name="CUSTOM_5_1_1_1_1"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20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5" name="Google Shape;235;p20"/>
          <p:cNvSpPr txBox="1"/>
          <p:nvPr>
            <p:ph idx="2" type="title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3" type="body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4" type="title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8" name="Google Shape;238;p20"/>
          <p:cNvSpPr txBox="1"/>
          <p:nvPr>
            <p:ph idx="5" type="body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9" name="Google Shape;239;p20"/>
          <p:cNvSpPr txBox="1"/>
          <p:nvPr>
            <p:ph idx="6" type="title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0" name="Google Shape;240;p20"/>
          <p:cNvSpPr txBox="1"/>
          <p:nvPr>
            <p:ph idx="7" type="body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1" name="Google Shape;241;p20"/>
          <p:cNvSpPr txBox="1"/>
          <p:nvPr>
            <p:ph idx="8" type="title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9" type="body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13" type="title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14" type="body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3">
    <p:bg>
      <p:bgPr>
        <a:solidFill>
          <a:schemeClr val="accent4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7" name="Google Shape;247;p21"/>
          <p:cNvSpPr txBox="1"/>
          <p:nvPr>
            <p:ph idx="1" type="subTitle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1"/>
          <p:cNvSpPr txBox="1"/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9" name="Google Shape;249;p21"/>
          <p:cNvSpPr txBox="1"/>
          <p:nvPr>
            <p:ph idx="2" type="title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0" name="Google Shape;250;p21"/>
          <p:cNvSpPr txBox="1"/>
          <p:nvPr>
            <p:ph idx="3" type="title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1" name="Google Shape;251;p21"/>
          <p:cNvSpPr txBox="1"/>
          <p:nvPr>
            <p:ph idx="4" type="title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2" name="Google Shape;252;p21"/>
          <p:cNvSpPr txBox="1"/>
          <p:nvPr>
            <p:ph idx="5" type="title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3" name="Google Shape;253;p21"/>
          <p:cNvSpPr txBox="1"/>
          <p:nvPr>
            <p:ph idx="6" type="title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4" name="Google Shape;254;p21"/>
          <p:cNvSpPr txBox="1"/>
          <p:nvPr>
            <p:ph idx="7" type="title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5" name="Google Shape;255;p21"/>
          <p:cNvSpPr txBox="1"/>
          <p:nvPr>
            <p:ph idx="8" type="title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3">
  <p:cSld name="CUSTOM_5_1_1_1_2"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22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9" name="Google Shape;259;p22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2" type="title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3" type="body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4" type="title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3" name="Google Shape;263;p22"/>
          <p:cNvSpPr txBox="1"/>
          <p:nvPr>
            <p:ph idx="5" type="body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6" type="title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7" type="body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6" name="Google Shape;266;p22"/>
          <p:cNvSpPr txBox="1"/>
          <p:nvPr>
            <p:ph idx="8" type="title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9" type="body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2">
  <p:cSld name="CUSTOM_5_1_1_1_3"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1" name="Google Shape;271;p23"/>
          <p:cNvSpPr txBox="1"/>
          <p:nvPr>
            <p:ph idx="2" type="subTitle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2" name="Google Shape;272;p23"/>
          <p:cNvSpPr txBox="1"/>
          <p:nvPr>
            <p:ph idx="3" type="subTitle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3" name="Google Shape;273;p23"/>
          <p:cNvSpPr txBox="1"/>
          <p:nvPr>
            <p:ph idx="4" type="subTitle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4" name="Google Shape;274;p23"/>
          <p:cNvSpPr txBox="1"/>
          <p:nvPr>
            <p:ph idx="5" type="subTitle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5" name="Google Shape;275;p23"/>
          <p:cNvSpPr txBox="1"/>
          <p:nvPr>
            <p:ph idx="6" type="subTitle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7" type="body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8" type="body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8" name="Google Shape;278;p23"/>
          <p:cNvSpPr txBox="1"/>
          <p:nvPr>
            <p:ph idx="9" type="body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13" type="body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14" type="title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1" name="Google Shape;281;p23"/>
          <p:cNvSpPr txBox="1"/>
          <p:nvPr>
            <p:ph idx="15" type="title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16" type="title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7" type="title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4" name="Google Shape;284;p23"/>
          <p:cNvSpPr txBox="1"/>
          <p:nvPr>
            <p:ph idx="18" type="body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9" type="body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20" type="body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7" name="Google Shape;287;p23"/>
          <p:cNvSpPr txBox="1"/>
          <p:nvPr>
            <p:ph idx="21" type="body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22" type="body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3" type="body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0" name="Google Shape;290;p23"/>
          <p:cNvSpPr txBox="1"/>
          <p:nvPr>
            <p:ph idx="24" type="body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1" name="Google Shape;291;p23"/>
          <p:cNvSpPr txBox="1"/>
          <p:nvPr>
            <p:ph idx="25" type="body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2" name="Google Shape;292;p23"/>
          <p:cNvSpPr txBox="1"/>
          <p:nvPr>
            <p:ph idx="26" type="body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3" name="Google Shape;293;p23"/>
          <p:cNvSpPr txBox="1"/>
          <p:nvPr>
            <p:ph idx="27" type="body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4" name="Google Shape;294;p23"/>
          <p:cNvSpPr txBox="1"/>
          <p:nvPr>
            <p:ph idx="28" type="body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0">
  <p:cSld name="CUSTOM_2_1_1"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2" type="title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8" name="Google Shape;298;p24"/>
          <p:cNvSpPr txBox="1"/>
          <p:nvPr>
            <p:ph idx="3" type="title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9" name="Google Shape;299;p24"/>
          <p:cNvSpPr txBox="1"/>
          <p:nvPr>
            <p:ph idx="4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1" type="subTitle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1" name="Google Shape;301;p24"/>
          <p:cNvSpPr txBox="1"/>
          <p:nvPr>
            <p:ph idx="5" type="body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2" name="Google Shape;302;p24"/>
          <p:cNvSpPr txBox="1"/>
          <p:nvPr>
            <p:ph idx="6" type="body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7" type="body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idx="8" type="body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indent="-3302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indent="-3302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"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fmla="val 1091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07" name="Google Shape;307;p25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8" name="Google Shape;308;p25"/>
          <p:cNvSpPr txBox="1"/>
          <p:nvPr>
            <p:ph idx="1" type="body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2" type="body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9">
  <p:cSld name="CUSTOM_1">
    <p:bg>
      <p:bgPr>
        <a:solidFill>
          <a:schemeClr val="accen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2" name="Google Shape;312;p26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3" name="Google Shape;313;p26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4" name="Google Shape;314;p26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5" name="Google Shape;315;p26"/>
          <p:cNvSpPr txBox="1"/>
          <p:nvPr>
            <p:ph idx="2" type="title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6" name="Google Shape;316;p26"/>
          <p:cNvSpPr txBox="1"/>
          <p:nvPr>
            <p:ph idx="3" type="title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7" name="Google Shape;317;p26"/>
          <p:cNvSpPr txBox="1"/>
          <p:nvPr>
            <p:ph idx="1" type="subTitle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8" name="Google Shape;318;p26"/>
          <p:cNvSpPr txBox="1"/>
          <p:nvPr>
            <p:ph idx="4" type="title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9" name="Google Shape;319;p26"/>
          <p:cNvSpPr txBox="1"/>
          <p:nvPr>
            <p:ph idx="5" type="subTitle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0" name="Google Shape;320;p26"/>
          <p:cNvSpPr txBox="1"/>
          <p:nvPr>
            <p:ph idx="6" type="title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1" name="Google Shape;321;p26"/>
          <p:cNvSpPr txBox="1"/>
          <p:nvPr>
            <p:ph idx="7" type="subTitle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2" name="Google Shape;322;p26"/>
          <p:cNvSpPr txBox="1"/>
          <p:nvPr>
            <p:ph idx="8" type="title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3" name="Google Shape;323;p26"/>
          <p:cNvSpPr txBox="1"/>
          <p:nvPr>
            <p:ph idx="9" type="subTitle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_1">
    <p:bg>
      <p:bgPr>
        <a:solidFill>
          <a:schemeClr val="accent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6" name="Google Shape;326;p27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7" name="Google Shape;327;p27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9" name="Google Shape;329;p27"/>
          <p:cNvSpPr txBox="1"/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30" name="Google Shape;330;p27"/>
          <p:cNvSpPr txBox="1"/>
          <p:nvPr>
            <p:ph idx="1" type="subTitle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27"/>
          <p:cNvSpPr/>
          <p:nvPr>
            <p:ph idx="2" type="pic"/>
          </p:nvPr>
        </p:nvSpPr>
        <p:spPr>
          <a:xfrm>
            <a:off x="387475" y="3575855"/>
            <a:ext cx="1309500" cy="1050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27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3" name="Google Shape;333;p27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8" name="Google Shape;33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3" name="Google Shape;34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8" name="Google Shape;34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9" name="Google Shape;34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4" name="Google Shape;35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8" name="Google Shape;35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9" name="Google Shape;35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1" name="Google Shape;36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2" name="Google Shape;36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3" name="Google Shape;36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6" name="Google Shape;36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7" name="Google Shape;36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0" name="Google Shape;37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1" name="Google Shape;37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3" name="Google Shape;37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1" name="Google Shape;38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5" name="Google Shape;38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7" name="Google Shape;38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7" name="Google Shape;39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1" name="Google Shape;40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2" name="Google Shape;40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5" name="Google Shape;40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8" name="Google Shape;40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0" name="Google Shape;41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1" name="Google Shape;41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2" name="Google Shape;41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3" name="Google Shape;41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4" name="Google Shape;42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7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Date Aug 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Abe Anderson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2" name="Google Shape;432;p47"/>
          <p:cNvSpPr txBox="1"/>
          <p:nvPr>
            <p:ph type="title"/>
          </p:nvPr>
        </p:nvSpPr>
        <p:spPr>
          <a:xfrm>
            <a:off x="876900" y="874250"/>
            <a:ext cx="4918800" cy="295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5200"/>
              <a:t>Semester Project</a:t>
            </a:r>
            <a:endParaRPr sz="5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5200"/>
              <a:t>PyGame </a:t>
            </a:r>
            <a:endParaRPr sz="5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5200"/>
              <a:t>Tetris</a:t>
            </a:r>
            <a:endParaRPr sz="5200"/>
          </a:p>
        </p:txBody>
      </p:sp>
      <p:pic>
        <p:nvPicPr>
          <p:cNvPr id="433" name="Google Shape;433;p47" title="Screenshot 2026-07-27 at 4.37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9549" y="650675"/>
            <a:ext cx="2446675" cy="425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/>
          <p:cNvSpPr txBox="1"/>
          <p:nvPr>
            <p:ph type="title"/>
          </p:nvPr>
        </p:nvSpPr>
        <p:spPr>
          <a:xfrm>
            <a:off x="920550" y="904500"/>
            <a:ext cx="78195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>
                <a:latin typeface="Press Start 2P"/>
                <a:ea typeface="Press Start 2P"/>
                <a:cs typeface="Press Start 2P"/>
                <a:sym typeface="Press Start 2P"/>
              </a:rPr>
              <a:t>Downloaded resources</a:t>
            </a:r>
            <a:endParaRPr sz="3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439" name="Google Shape;439;p48"/>
          <p:cNvSpPr txBox="1"/>
          <p:nvPr>
            <p:ph idx="2" type="title"/>
          </p:nvPr>
        </p:nvSpPr>
        <p:spPr>
          <a:xfrm>
            <a:off x="933275" y="1813200"/>
            <a:ext cx="32706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Assets contains </a:t>
            </a:r>
            <a:r>
              <a:rPr lang="en"/>
              <a:t>pictures</a:t>
            </a:r>
            <a:r>
              <a:rPr lang="en"/>
              <a:t> for blocks and fonts for that old tetris feel</a:t>
            </a:r>
            <a:endParaRPr/>
          </a:p>
        </p:txBody>
      </p:sp>
      <p:pic>
        <p:nvPicPr>
          <p:cNvPr id="440" name="Google Shape;440;p48" title="Screenshot 2026-07-27 at 4.32.5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4800" y="1731825"/>
            <a:ext cx="4735051" cy="317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8" title="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687" y="2758700"/>
            <a:ext cx="661757" cy="661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8" title="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7850" y="2758700"/>
            <a:ext cx="661757" cy="661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48" title="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6677" y="4040941"/>
            <a:ext cx="661757" cy="661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48" title="4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47840" y="4040941"/>
            <a:ext cx="661757" cy="661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9"/>
          <p:cNvSpPr txBox="1"/>
          <p:nvPr>
            <p:ph type="title"/>
          </p:nvPr>
        </p:nvSpPr>
        <p:spPr>
          <a:xfrm>
            <a:off x="910650" y="796625"/>
            <a:ext cx="2968500" cy="37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000"/>
              <a:t>Shape Class:</a:t>
            </a:r>
            <a:endParaRPr sz="2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Versions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All shape orientations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Shape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Reference</a:t>
            </a:r>
            <a:r>
              <a:rPr lang="en" sz="1500"/>
              <a:t> bak to versions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Init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Location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Type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Shape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Color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Orientation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Image - returns </a:t>
            </a:r>
            <a:r>
              <a:rPr lang="en" sz="1500"/>
              <a:t>orientation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Rotate - changes </a:t>
            </a:r>
            <a:r>
              <a:rPr lang="en" sz="1500"/>
              <a:t>orientation</a:t>
            </a:r>
            <a:r>
              <a:rPr lang="en" sz="1500"/>
              <a:t> if possible</a:t>
            </a:r>
            <a:endParaRPr sz="1500"/>
          </a:p>
        </p:txBody>
      </p:sp>
      <p:pic>
        <p:nvPicPr>
          <p:cNvPr id="450" name="Google Shape;450;p49" title="Screenshot 2026-07-27 at 4.33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150" y="755736"/>
            <a:ext cx="4705351" cy="34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1"/>
                </a:solidFill>
              </a:rPr>
              <a:t>Game class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6" name="Google Shape;456;p50"/>
          <p:cNvSpPr txBox="1"/>
          <p:nvPr>
            <p:ph idx="2" type="title"/>
          </p:nvPr>
        </p:nvSpPr>
        <p:spPr>
          <a:xfrm>
            <a:off x="420000" y="860450"/>
            <a:ext cx="4011600" cy="3700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solidFill>
                  <a:schemeClr val="lt1"/>
                </a:solidFill>
              </a:rPr>
              <a:t>Handels all main functions of game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Make grid - draw gridlines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New Shape - spawn new </a:t>
            </a:r>
            <a:r>
              <a:rPr lang="en" sz="1500">
                <a:solidFill>
                  <a:schemeClr val="lt1"/>
                </a:solidFill>
              </a:rPr>
              <a:t>piece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Restart - new game and reset stats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Collision - check </a:t>
            </a:r>
            <a:r>
              <a:rPr lang="en" sz="1500">
                <a:solidFill>
                  <a:schemeClr val="lt1"/>
                </a:solidFill>
              </a:rPr>
              <a:t>piece</a:t>
            </a:r>
            <a:r>
              <a:rPr lang="en" sz="1500">
                <a:solidFill>
                  <a:schemeClr val="lt1"/>
                </a:solidFill>
              </a:rPr>
              <a:t> collision with rest of board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Movement - piece movement (called by game loop)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Freeze </a:t>
            </a:r>
            <a:r>
              <a:rPr lang="en" sz="1500">
                <a:solidFill>
                  <a:schemeClr val="lt1"/>
                </a:solidFill>
              </a:rPr>
              <a:t>pieces - stop pieces from falling 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Clear row - tetris main scoring mechanism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Update score - self explanatory</a:t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457" name="Google Shape;457;p50" title="Screenshot 2026-07-27 at 4.33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3625" y="152400"/>
            <a:ext cx="4417977" cy="4666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1"/>
          <p:cNvSpPr txBox="1"/>
          <p:nvPr>
            <p:ph type="title"/>
          </p:nvPr>
        </p:nvSpPr>
        <p:spPr>
          <a:xfrm>
            <a:off x="910650" y="796625"/>
            <a:ext cx="2968500" cy="37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000"/>
              <a:t>Game Loop</a:t>
            </a:r>
            <a:r>
              <a:rPr lang="en" sz="2000"/>
              <a:t>:</a:t>
            </a:r>
            <a:endParaRPr sz="2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Make new instance of game class, set countdown and game state,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Main game runs on while run = True to run </a:t>
            </a:r>
            <a:r>
              <a:rPr lang="en" sz="1500"/>
              <a:t>indefinitely</a:t>
            </a:r>
            <a:r>
              <a:rPr lang="en" sz="1500"/>
              <a:t>,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463" name="Google Shape;463;p51" title="Screenshot 2026-07-27 at 4.34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6125" y="633575"/>
            <a:ext cx="4960051" cy="3876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/>
        </p:nvSpPr>
        <p:spPr>
          <a:xfrm flipH="1" rot="10800000">
            <a:off x="-10550" y="-6150"/>
            <a:ext cx="4868700" cy="3121500"/>
          </a:xfrm>
          <a:prstGeom prst="snip1Rect">
            <a:avLst>
              <a:gd fmla="val 1783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69" name="Google Shape;469;p52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444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Char char="+"/>
            </a:pPr>
            <a:r>
              <a:rPr lang="en"/>
              <a:t>questions</a:t>
            </a:r>
            <a:endParaRPr/>
          </a:p>
        </p:txBody>
      </p:sp>
      <p:sp>
        <p:nvSpPr>
          <p:cNvPr id="470" name="Google Shape;470;p52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DEMO TIME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FFFF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