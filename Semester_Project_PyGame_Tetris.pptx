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Quantico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Press Start 2P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essStart2P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ntico-bold.fntdata"/><Relationship Id="rId12" Type="http://schemas.openxmlformats.org/officeDocument/2006/relationships/font" Target="fonts/Quantico-regular.fntdata"/><Relationship Id="rId15" Type="http://schemas.openxmlformats.org/officeDocument/2006/relationships/font" Target="fonts/Quantico-boldItalic.fntdata"/><Relationship Id="rId14" Type="http://schemas.openxmlformats.org/officeDocument/2006/relationships/font" Target="fonts/Quantico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5d06a80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5d06a80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5d06a806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5d06a806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5d06a806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5d06a806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5d06a8069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5d06a8069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5d06a8069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5d06a8069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5d06a8069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f5d06a8069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Date Aug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Abe Anderson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918800" cy="295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200"/>
              <a:t>Semester Project</a:t>
            </a:r>
            <a:endParaRPr sz="5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200"/>
              <a:t>PyGame </a:t>
            </a:r>
            <a:endParaRPr sz="5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200"/>
              <a:t>Tetris</a:t>
            </a:r>
            <a:endParaRPr sz="5200"/>
          </a:p>
        </p:txBody>
      </p:sp>
      <p:pic>
        <p:nvPicPr>
          <p:cNvPr id="433" name="Google Shape;433;p47" title="Screenshot 2026-07-27 at 4.37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549" y="650675"/>
            <a:ext cx="2446675" cy="42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7"/>
          <p:cNvSpPr txBox="1"/>
          <p:nvPr/>
        </p:nvSpPr>
        <p:spPr>
          <a:xfrm>
            <a:off x="878375" y="3457150"/>
            <a:ext cx="44370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Githup: https://github.com/Abeoanderson/CS-3080-Final-project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"/>
          <p:cNvSpPr txBox="1"/>
          <p:nvPr>
            <p:ph type="title"/>
          </p:nvPr>
        </p:nvSpPr>
        <p:spPr>
          <a:xfrm>
            <a:off x="920550" y="904500"/>
            <a:ext cx="78195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Press Start 2P"/>
                <a:ea typeface="Press Start 2P"/>
                <a:cs typeface="Press Start 2P"/>
                <a:sym typeface="Press Start 2P"/>
              </a:rPr>
              <a:t>Downloaded resources</a:t>
            </a:r>
            <a:endParaRPr sz="3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40" name="Google Shape;440;p48"/>
          <p:cNvSpPr txBox="1"/>
          <p:nvPr>
            <p:ph idx="2" type="title"/>
          </p:nvPr>
        </p:nvSpPr>
        <p:spPr>
          <a:xfrm>
            <a:off x="933275" y="1813200"/>
            <a:ext cx="32706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Assets contains </a:t>
            </a:r>
            <a:r>
              <a:rPr lang="en"/>
              <a:t>pictures</a:t>
            </a:r>
            <a:r>
              <a:rPr lang="en"/>
              <a:t> for blocks and fonts for that old tetris feel</a:t>
            </a:r>
            <a:endParaRPr/>
          </a:p>
        </p:txBody>
      </p:sp>
      <p:pic>
        <p:nvPicPr>
          <p:cNvPr id="441" name="Google Shape;441;p48" title="Screenshot 2026-07-27 at 4.32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800" y="1731825"/>
            <a:ext cx="4735051" cy="31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87" y="2758700"/>
            <a:ext cx="661757" cy="66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8" title="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7850" y="2758700"/>
            <a:ext cx="661757" cy="66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8" title="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677" y="4040941"/>
            <a:ext cx="661757" cy="66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8" title="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47840" y="4040941"/>
            <a:ext cx="661757" cy="66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9"/>
          <p:cNvSpPr txBox="1"/>
          <p:nvPr>
            <p:ph type="title"/>
          </p:nvPr>
        </p:nvSpPr>
        <p:spPr>
          <a:xfrm>
            <a:off x="910650" y="796625"/>
            <a:ext cx="2968500" cy="37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000"/>
              <a:t>Shape Class: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Versions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All shape orientations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Shape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Reference</a:t>
            </a:r>
            <a:r>
              <a:rPr lang="en" sz="1500"/>
              <a:t> bak to versions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Init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Location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Type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Shape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Color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Orientation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Image - returns </a:t>
            </a:r>
            <a:r>
              <a:rPr lang="en" sz="1500"/>
              <a:t>orientation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Rotate - changes </a:t>
            </a:r>
            <a:r>
              <a:rPr lang="en" sz="1500"/>
              <a:t>orientation</a:t>
            </a:r>
            <a:r>
              <a:rPr lang="en" sz="1500"/>
              <a:t> if possible</a:t>
            </a:r>
            <a:endParaRPr sz="1500"/>
          </a:p>
        </p:txBody>
      </p:sp>
      <p:pic>
        <p:nvPicPr>
          <p:cNvPr id="451" name="Google Shape;451;p49" title="Screenshot 2026-07-27 at 4.3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150" y="755736"/>
            <a:ext cx="4705351" cy="34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0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Game class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7" name="Google Shape;457;p50"/>
          <p:cNvSpPr txBox="1"/>
          <p:nvPr>
            <p:ph idx="2" type="title"/>
          </p:nvPr>
        </p:nvSpPr>
        <p:spPr>
          <a:xfrm>
            <a:off x="420000" y="860450"/>
            <a:ext cx="4011600" cy="3700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Handels all main functions of game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Make grid - draw gridlines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New Shape - spawn new </a:t>
            </a:r>
            <a:r>
              <a:rPr lang="en" sz="1500">
                <a:solidFill>
                  <a:schemeClr val="lt1"/>
                </a:solidFill>
              </a:rPr>
              <a:t>piece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Restart - new game and reset stats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Collision - check </a:t>
            </a:r>
            <a:r>
              <a:rPr lang="en" sz="1500">
                <a:solidFill>
                  <a:schemeClr val="lt1"/>
                </a:solidFill>
              </a:rPr>
              <a:t>piece</a:t>
            </a:r>
            <a:r>
              <a:rPr lang="en" sz="1500">
                <a:solidFill>
                  <a:schemeClr val="lt1"/>
                </a:solidFill>
              </a:rPr>
              <a:t> collision with rest of board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Movement - piece movement (called by game loop)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Freeze </a:t>
            </a:r>
            <a:r>
              <a:rPr lang="en" sz="1500">
                <a:solidFill>
                  <a:schemeClr val="lt1"/>
                </a:solidFill>
              </a:rPr>
              <a:t>pieces - stop pieces from falling 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Clear row - tetris main scoring mechanism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Update score - self explanatory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458" name="Google Shape;458;p50" title="Screenshot 2026-07-27 at 4.33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625" y="152400"/>
            <a:ext cx="4417977" cy="466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1"/>
          <p:cNvSpPr txBox="1"/>
          <p:nvPr>
            <p:ph type="title"/>
          </p:nvPr>
        </p:nvSpPr>
        <p:spPr>
          <a:xfrm>
            <a:off x="910650" y="796625"/>
            <a:ext cx="2968500" cy="37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000"/>
              <a:t>Game Loop</a:t>
            </a:r>
            <a:r>
              <a:rPr lang="en" sz="2000"/>
              <a:t>: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Make new instance of game class, set countdown and game state,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Main game runs on while run = True to run </a:t>
            </a:r>
            <a:r>
              <a:rPr lang="en" sz="1500"/>
              <a:t>indefinitely</a:t>
            </a:r>
            <a:r>
              <a:rPr lang="en" sz="1500"/>
              <a:t>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64" name="Google Shape;464;p51" title="Screenshot 2026-07-27 at 4.34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125" y="633575"/>
            <a:ext cx="4960051" cy="3876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2"/>
          <p:cNvSpPr/>
          <p:nvPr/>
        </p:nvSpPr>
        <p:spPr>
          <a:xfrm flipH="1" rot="10800000">
            <a:off x="-10550" y="-6150"/>
            <a:ext cx="4868700" cy="31215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0" name="Google Shape;470;p52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Char char="+"/>
            </a:pPr>
            <a:r>
              <a:rPr lang="en"/>
              <a:t>questions</a:t>
            </a:r>
            <a:endParaRPr/>
          </a:p>
        </p:txBody>
      </p:sp>
      <p:sp>
        <p:nvSpPr>
          <p:cNvPr id="471" name="Google Shape;471;p52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DEMO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